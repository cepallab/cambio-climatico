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9345" y="182880"/>
            <a:ext cx="752282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topic</a:t>
            </a:r>
            <a:r>
              <a:rPr lang="en-US" dirty="0" err="1"/>
              <a:t>o</a:t>
            </a:r>
            <a:r>
              <a:rPr dirty="0" err="1"/>
              <a:t>s</a:t>
            </a:r>
            <a:r>
              <a:rPr dirty="0"/>
              <a:t> </a:t>
            </a:r>
            <a:r>
              <a:rPr dirty="0" err="1"/>
              <a:t>coocurren</a:t>
            </a:r>
            <a:r>
              <a:rPr dirty="0"/>
              <a:t> junto a </a:t>
            </a:r>
            <a:r>
              <a:rPr dirty="0" err="1"/>
              <a:t>cambio</a:t>
            </a:r>
            <a:r>
              <a:rPr dirty="0"/>
              <a:t> </a:t>
            </a:r>
            <a:r>
              <a:rPr dirty="0" err="1"/>
              <a:t>climático</a:t>
            </a:r>
            <a:r>
              <a:rPr dirty="0"/>
              <a:t>? – 2015-2018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97 publicaciones sobre cambio climático de la CEPAL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66666"/>
                </a:solidFill>
              </a:defRPr>
            </a:pPr>
            <a:r>
              <a:t>Cada nodo es un topic presente en las publicaciones. El tamaño refleja su frecuencia. Los enlaces indican coocurrencia en un mismo documento; el grosor es proporcional al número de veces que aparecen juntos.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t="6521"/>
          <a:stretch>
            <a:fillRect/>
          </a:stretch>
        </p:blipFill>
        <p:spPr>
          <a:xfrm>
            <a:off x="-219827" y="1554480"/>
            <a:ext cx="10656916" cy="52431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Clusters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737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0392B"/>
                </a:solidFill>
              </a:defRPr>
            </a:pPr>
            <a: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7373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Desarrollo económico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0574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20574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Desarrollo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37743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AE60"/>
                </a:solidFill>
              </a:defRPr>
            </a:pPr>
            <a: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237743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Sustentabilidad ambiental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69747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E44AD"/>
                </a:solidFill>
              </a:defRPr>
            </a:pPr>
            <a: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69747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Desarrollo productivo e innovación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017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C0D"/>
                </a:solidFill>
              </a:defRPr>
            </a:pPr>
            <a: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30175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Institucionalidad y temas transversales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888888"/>
                </a:solidFill>
              </a:defRPr>
            </a:pPr>
            <a:r>
              <a:t>Fuente: CEPAL – Corpus de publicaciones sobre cambio climático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9345" y="182880"/>
            <a:ext cx="752282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topic</a:t>
            </a:r>
            <a:r>
              <a:rPr lang="en-US" dirty="0" err="1"/>
              <a:t>o</a:t>
            </a:r>
            <a:r>
              <a:rPr dirty="0" err="1"/>
              <a:t>s</a:t>
            </a:r>
            <a:r>
              <a:rPr dirty="0"/>
              <a:t> </a:t>
            </a:r>
            <a:r>
              <a:rPr dirty="0" err="1"/>
              <a:t>coocurren</a:t>
            </a:r>
            <a:r>
              <a:rPr dirty="0"/>
              <a:t> junto a </a:t>
            </a:r>
            <a:r>
              <a:rPr dirty="0" err="1"/>
              <a:t>cambio</a:t>
            </a:r>
            <a:r>
              <a:rPr dirty="0"/>
              <a:t> </a:t>
            </a:r>
            <a:r>
              <a:rPr dirty="0" err="1"/>
              <a:t>climático</a:t>
            </a:r>
            <a:r>
              <a:rPr dirty="0"/>
              <a:t>? – 2019-2022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70 publicaciones sobre cambio climático de la CEPAL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66666"/>
                </a:solidFill>
              </a:defRPr>
            </a:pPr>
            <a:r>
              <a:t>Cada nodo es un topic presente en las publicaciones. El tamaño refleja su frecuencia. Los enlaces indican coocurrencia en un mismo documento; el grosor es proporcional al número de veces que aparecen juntos.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570" y="1325880"/>
            <a:ext cx="10511028" cy="5532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Clusters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737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0392B"/>
                </a:solidFill>
              </a:defRPr>
            </a:pPr>
            <a: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7373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Desarrollo económico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0574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20574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Desarrollo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37743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AE60"/>
                </a:solidFill>
              </a:defRPr>
            </a:pPr>
            <a: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237743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Sustentabilidad ambiental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69747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E44AD"/>
                </a:solidFill>
              </a:defRPr>
            </a:pPr>
            <a: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69747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Desarrollo productivo e innovación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017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C0D"/>
                </a:solidFill>
              </a:defRPr>
            </a:pPr>
            <a: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30175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Institucionalidad y temas transversales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888888"/>
                </a:solidFill>
              </a:defRPr>
            </a:pPr>
            <a:r>
              <a:t>Fuente: CEPAL – Corpus de publicaciones sobre cambio climático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9345" y="182880"/>
            <a:ext cx="752282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t>topic</a:t>
            </a:r>
            <a:r>
              <a:rPr lang="en-US"/>
              <a:t>o</a:t>
            </a:r>
            <a:r>
              <a:t>s</a:t>
            </a:r>
            <a:r>
              <a:rPr dirty="0"/>
              <a:t> </a:t>
            </a:r>
            <a:r>
              <a:rPr dirty="0" err="1"/>
              <a:t>coocurren</a:t>
            </a:r>
            <a:r>
              <a:rPr dirty="0"/>
              <a:t> junto a </a:t>
            </a:r>
            <a:r>
              <a:rPr dirty="0" err="1"/>
              <a:t>cambio</a:t>
            </a:r>
            <a:r>
              <a:rPr dirty="0"/>
              <a:t> </a:t>
            </a:r>
            <a:r>
              <a:rPr dirty="0" err="1"/>
              <a:t>climático</a:t>
            </a:r>
            <a:r>
              <a:rPr dirty="0"/>
              <a:t>? – 2023-2026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63 publicaciones sobre cambio climático de la CEPAL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66666"/>
                </a:solidFill>
              </a:defRPr>
            </a:pPr>
            <a:r>
              <a:rPr dirty="0"/>
              <a:t>Cada </a:t>
            </a:r>
            <a:r>
              <a:rPr dirty="0" err="1"/>
              <a:t>nodo</a:t>
            </a:r>
            <a:r>
              <a:rPr dirty="0"/>
              <a:t> es un topic </a:t>
            </a:r>
            <a:r>
              <a:rPr dirty="0" err="1"/>
              <a:t>presente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publicaciones</a:t>
            </a:r>
            <a:r>
              <a:rPr dirty="0"/>
              <a:t>. El </a:t>
            </a:r>
            <a:r>
              <a:rPr dirty="0" err="1"/>
              <a:t>tamaño</a:t>
            </a:r>
            <a:r>
              <a:rPr dirty="0"/>
              <a:t> </a:t>
            </a:r>
            <a:r>
              <a:rPr dirty="0" err="1"/>
              <a:t>refleja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frecuencia</a:t>
            </a:r>
            <a:r>
              <a:rPr dirty="0"/>
              <a:t>. Los enlaces indican </a:t>
            </a:r>
            <a:r>
              <a:rPr dirty="0" err="1"/>
              <a:t>coocurrencia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documento</a:t>
            </a:r>
            <a:r>
              <a:rPr dirty="0"/>
              <a:t>;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grosor</a:t>
            </a:r>
            <a:r>
              <a:rPr dirty="0"/>
              <a:t> es </a:t>
            </a:r>
            <a:r>
              <a:rPr dirty="0" err="1"/>
              <a:t>proporcional</a:t>
            </a:r>
            <a:r>
              <a:rPr dirty="0"/>
              <a:t> al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veces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aparecen</a:t>
            </a:r>
            <a:r>
              <a:rPr dirty="0"/>
              <a:t> </a:t>
            </a:r>
            <a:r>
              <a:rPr dirty="0" err="1"/>
              <a:t>juntos</a:t>
            </a:r>
            <a:r>
              <a:rPr dirty="0"/>
              <a:t>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t="9078"/>
          <a:stretch>
            <a:fillRect/>
          </a:stretch>
        </p:blipFill>
        <p:spPr>
          <a:xfrm>
            <a:off x="-168722" y="1191142"/>
            <a:ext cx="10527626" cy="50378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Clusters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737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0392B"/>
                </a:solidFill>
              </a:defRPr>
            </a:pPr>
            <a: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7373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Desarrollo económico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0574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980B9"/>
                </a:solidFill>
              </a:defRPr>
            </a:pPr>
            <a: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20574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Desarrollo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37743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7AE60"/>
                </a:solidFill>
              </a:defRPr>
            </a:pPr>
            <a: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237743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Sustentabilidad ambiental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69747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E44AD"/>
                </a:solidFill>
              </a:defRPr>
            </a:pPr>
            <a: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697479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Desarrollo productivo e innovación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017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C0D"/>
                </a:solidFill>
              </a:defRPr>
            </a:pPr>
            <a: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30175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Institucionalidad y temas transversales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888888"/>
                </a:solidFill>
              </a:defRPr>
            </a:pPr>
            <a:r>
              <a:t>Fuente: CEPAL – Corpus de publicaciones sobre cambio climático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b77875e-5908-45a0-9cb4-dec9ae074618}" enabled="1" method="Privileged" siteId="{0f9e35db-544f-4f60-bdcc-5ea416e6dc7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264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Bustamante</cp:lastModifiedBy>
  <cp:revision>2</cp:revision>
  <dcterms:created xsi:type="dcterms:W3CDTF">2013-01-27T09:14:16Z</dcterms:created>
  <dcterms:modified xsi:type="dcterms:W3CDTF">2026-06-23T23:50:34Z</dcterms:modified>
  <cp:category/>
</cp:coreProperties>
</file>